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467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1F2B"/>
          </a:solidFill>
          <a:ln w="12700">
            <a:solidFill>
              <a:srgbClr val="B61F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739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portfolio analysis • Synthetic data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Resource Planning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3891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831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Resource Planning — 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staffing health and workload-growth scenario outlook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30352" y="1417320"/>
            <a:ext cx="55321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  <a:effectLst>
            <a:outerShdw blurRad="25400" dist="50800" dir="2700000" algn="bl" rotWithShape="0">
              <a:srgbClr val="CBD5E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93392"/>
            <a:ext cx="48920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6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95.2%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65960" y="2226564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overall staffing coverage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6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128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965960" y="2720340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Understaffed shift records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6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965960" y="3214116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shift records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868680" y="36941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6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Dallas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65960" y="3707892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modeled workload and most high-risk shifts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68680" y="41879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B6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88.0%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65960" y="4201668"/>
            <a:ext cx="361188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modeled workforce utilization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5422392" cy="3337560"/>
          </a:xfrm>
          <a:prstGeom prst="roundRect">
            <a:avLst/>
          </a:prstGeom>
          <a:solidFill>
            <a:srgbClr val="EEF3F8"/>
          </a:solidFill>
          <a:ln w="12700">
            <a:solidFill>
              <a:srgbClr val="D6E1EC"/>
            </a:solidFill>
            <a:prstDash val="solid"/>
          </a:ln>
          <a:effectLst>
            <a:outerShdw blurRad="25400" dist="50800" dir="2700000" algn="bl" rotWithShape="0">
              <a:srgbClr val="CBD5E1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1664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RISK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19842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declines as workload rises while scheduled staffing stays fixed.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0528" y="2578608"/>
            <a:ext cx="48463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26791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464040" y="26563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831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95.2%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510528" y="3108960"/>
            <a:ext cx="48463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20840" y="32095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+5% workload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464040" y="318668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831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90.7%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510528" y="3639312"/>
            <a:ext cx="4846320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20840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+10% workload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464040" y="371703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831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86.6%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10528" y="4169664"/>
            <a:ext cx="4846320" cy="438912"/>
          </a:xfrm>
          <a:prstGeom prst="roundRect">
            <a:avLst/>
          </a:prstGeom>
          <a:solidFill>
            <a:srgbClr val="FCEEEF"/>
          </a:solidFill>
          <a:ln w="10160">
            <a:solidFill>
              <a:srgbClr val="E8B8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20840" y="4270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+15% workload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464040" y="42473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B61F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82.8%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30352" y="5010912"/>
            <a:ext cx="11128248" cy="1143000"/>
          </a:xfrm>
          <a:prstGeom prst="round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22960" y="5257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2743200" y="5202936"/>
            <a:ext cx="84124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recurring high-risk station/shift combinations, review staffing against expected workload before each planning period, and use workload-growth scenarios to identify coverage risk before demand increases.</a:t>
            </a:r>
            <a:endParaRPr lang="en-US" sz="13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</Words>
  <Application>Microsoft Office PowerPoint</Application>
  <PresentationFormat>Widescreen</PresentationFormat>
  <Paragraphs>27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Independent 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Resource Planning — Executive Summary</dc:title>
  <dc:subject>Operational Resource Planning Executive Summary</dc:subject>
  <dc:creator>OpenAI</dc:creator>
  <cp:lastModifiedBy>George Obi</cp:lastModifiedBy>
  <cp:revision>3</cp:revision>
  <dcterms:created xsi:type="dcterms:W3CDTF">2026-10-04T22:22:03Z</dcterms:created>
  <dcterms:modified xsi:type="dcterms:W3CDTF">2026-10-04T22:25:07Z</dcterms:modified>
</cp:coreProperties>
</file>